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LogiData: Decisiones Predictivas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Arquitectura de Datos de Alto Impacto</a:t>
            </a:r>
          </a:p>
          <a:p>
            <a:r>
              <a:t>Ingeniero de Sistemas e Informática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4285F4"/>
                </a:solidFill>
                <a:latin typeface="Arial"/>
              </a:defRPr>
            </a:pPr>
            <a:r>
              <a:t>Visión Estratégica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De Silos de Datos a Inteligencia de Negocio.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Modelos predictivos de demanda basados en datos confiables.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Validación automática de reglas de negocio en tiempo real.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4285F4"/>
                </a:solidFill>
                <a:latin typeface="Arial"/>
              </a:defRPr>
            </a:pPr>
            <a:r>
              <a:t>Arquitectura Medallion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Bronze: Ingesta Raw (CSV) en S3.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Silver: Calidad con Great Expectations y Delta Lake.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Gold: Feature Store optimizado para Machine Learning.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4285F4"/>
                </a:solidFill>
                <a:latin typeface="Arial"/>
              </a:defRPr>
            </a:pPr>
            <a:r>
              <a:t>Blindaje de Calidad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Validación dinámica: Enums de zonas y rangos de precios.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Gestión de fallos: Desvío automático a Cuarentena.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Idempotencia: Operaciones Merge para evitar duplicados.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4285F4"/>
                </a:solidFill>
                <a:latin typeface="Arial"/>
              </a:defRPr>
            </a:pPr>
            <a:r>
              <a:t>El Poder de Delta Lake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Transacciones ACID: Integridad total en cada escritura.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Time Travel: Auditoría histórica y reproducibilidad de modelos.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Schema Enforcement: Protección contra datos mal estructurados.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4285F4"/>
                </a:solidFill>
                <a:latin typeface="Arial"/>
              </a:defRPr>
            </a:pPr>
            <a:r>
              <a:t>Infraestructura como Código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Terraform: Despliegue replicable y versionado.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Orquestación: Triggers de AWS Glue con dependencias lógicas.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Escalabilidad: Serverless listo para crecer 10x.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4285F4"/>
                </a:solidFill>
                <a:latin typeface="Arial"/>
              </a:defRPr>
            </a:pPr>
            <a:r>
              <a:t>Hacia el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Datasets maestros listos para entrenamiento.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Analítica avanzada: Dashboards de alta velocidad.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Enfoque en el sector bancario y logístico.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